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61B68E-B07B-40BF-A66E-A983F52F5703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773702-4843-4E4C-88C7-86A0719DFB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568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161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898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525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3364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362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699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171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966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6983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211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420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A1D775-64EE-46E6-A4FD-744DFC870D65}" type="datetimeFigureOut">
              <a:rPr lang="ko-KR" altLang="en-US" smtClean="0"/>
              <a:t>2017-12-16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5E1C75-A277-45DA-84B5-46635213358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7775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/>
          <p:cNvSpPr txBox="1"/>
          <p:nvPr/>
        </p:nvSpPr>
        <p:spPr>
          <a:xfrm>
            <a:off x="6912464" y="1854200"/>
            <a:ext cx="2440092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이름</a:t>
            </a:r>
            <a:endParaRPr lang="en-US" altLang="ko-KR" dirty="0" smtClean="0"/>
          </a:p>
          <a:p>
            <a:endParaRPr lang="en-US" altLang="ko-KR" sz="1200" dirty="0"/>
          </a:p>
          <a:p>
            <a:r>
              <a:rPr lang="ko-KR" altLang="en-US" dirty="0" smtClean="0"/>
              <a:t>나이</a:t>
            </a:r>
            <a:endParaRPr lang="en-US" altLang="ko-KR" dirty="0" smtClean="0"/>
          </a:p>
          <a:p>
            <a:endParaRPr lang="en-US" altLang="ko-KR" sz="1200" dirty="0"/>
          </a:p>
          <a:p>
            <a:r>
              <a:rPr lang="ko-KR" altLang="en-US" dirty="0" smtClean="0"/>
              <a:t>신장</a:t>
            </a:r>
            <a:endParaRPr lang="en-US" altLang="ko-KR" dirty="0" smtClean="0"/>
          </a:p>
          <a:p>
            <a:endParaRPr lang="en-US" altLang="ko-KR" sz="1200" dirty="0"/>
          </a:p>
          <a:p>
            <a:r>
              <a:rPr lang="ko-KR" altLang="en-US" dirty="0" smtClean="0"/>
              <a:t>체중</a:t>
            </a:r>
            <a:endParaRPr lang="en-US" altLang="ko-KR" dirty="0" smtClean="0"/>
          </a:p>
          <a:p>
            <a:endParaRPr lang="en-US" altLang="ko-KR" sz="1200" dirty="0"/>
          </a:p>
          <a:p>
            <a:r>
              <a:rPr lang="ko-KR" altLang="en-US" dirty="0" smtClean="0"/>
              <a:t>성별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	</a:t>
            </a:r>
            <a:r>
              <a:rPr lang="en-US" altLang="ko-KR" dirty="0"/>
              <a:t> </a:t>
            </a:r>
            <a:r>
              <a:rPr lang="en-US" altLang="ko-KR" dirty="0" smtClean="0"/>
              <a:t>    </a:t>
            </a:r>
            <a:r>
              <a:rPr lang="ko-KR" altLang="en-US" dirty="0" err="1"/>
              <a:t>임</a:t>
            </a:r>
            <a:r>
              <a:rPr lang="ko-KR" altLang="en-US" dirty="0" err="1" smtClean="0"/>
              <a:t>신여부</a:t>
            </a:r>
            <a:endParaRPr lang="en-US" altLang="ko-KR" dirty="0" smtClean="0"/>
          </a:p>
        </p:txBody>
      </p:sp>
      <p:sp>
        <p:nvSpPr>
          <p:cNvPr id="41" name="TextBox 40"/>
          <p:cNvSpPr txBox="1"/>
          <p:nvPr/>
        </p:nvSpPr>
        <p:spPr>
          <a:xfrm>
            <a:off x="2265135" y="3517722"/>
            <a:ext cx="11448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smtClean="0"/>
              <a:t>누적 섭취량</a:t>
            </a:r>
            <a:endParaRPr lang="ko-KR" altLang="en-US" sz="1400" dirty="0"/>
          </a:p>
        </p:txBody>
      </p:sp>
      <p:sp>
        <p:nvSpPr>
          <p:cNvPr id="38" name="TextBox 37"/>
          <p:cNvSpPr txBox="1"/>
          <p:nvPr/>
        </p:nvSpPr>
        <p:spPr>
          <a:xfrm>
            <a:off x="2497393" y="2182332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 smtClean="0"/>
              <a:t>권장섭취량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2207689" y="826242"/>
            <a:ext cx="3531929" cy="5827776"/>
          </a:xfrm>
          <a:prstGeom prst="rect">
            <a:avLst/>
          </a:prstGeom>
          <a:noFill/>
          <a:ln w="3810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3304239" y="22329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메인페이지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6748741" y="826242"/>
            <a:ext cx="3596640" cy="5827776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449645" y="223296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사용자 설정 페이지</a:t>
            </a:r>
            <a:endParaRPr lang="ko-KR" alt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9644477" y="179911"/>
            <a:ext cx="22974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성별</a:t>
            </a:r>
            <a:r>
              <a:rPr lang="en-US" altLang="ko-KR" dirty="0" smtClean="0"/>
              <a:t>, </a:t>
            </a:r>
            <a:r>
              <a:rPr lang="ko-KR" altLang="en-US" dirty="0" smtClean="0"/>
              <a:t>나이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신장</a:t>
            </a:r>
            <a:r>
              <a:rPr lang="en-US" altLang="ko-KR" dirty="0" smtClean="0"/>
              <a:t>,</a:t>
            </a:r>
          </a:p>
          <a:p>
            <a:r>
              <a:rPr lang="ko-KR" altLang="en-US" dirty="0" smtClean="0"/>
              <a:t>체중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임신여부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이름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0" y="2489982"/>
            <a:ext cx="1963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 smtClean="0"/>
              <a:t>오늘먹은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물양</a:t>
            </a:r>
            <a:endParaRPr lang="en-US" altLang="ko-KR" dirty="0" smtClean="0"/>
          </a:p>
          <a:p>
            <a:r>
              <a:rPr lang="ko-KR" altLang="en-US" dirty="0" smtClean="0"/>
              <a:t>더 </a:t>
            </a:r>
            <a:r>
              <a:rPr lang="ko-KR" altLang="en-US" dirty="0" err="1" smtClean="0"/>
              <a:t>먹어야할양</a:t>
            </a:r>
            <a:endParaRPr lang="en-US" altLang="ko-KR" dirty="0" smtClean="0"/>
          </a:p>
          <a:p>
            <a:r>
              <a:rPr lang="ko-KR" altLang="en-US" dirty="0" smtClean="0"/>
              <a:t>권장 수분 섭취량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972300" y="1854200"/>
            <a:ext cx="1739900" cy="381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6972300" y="2299482"/>
            <a:ext cx="1739900" cy="381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6972300" y="2761147"/>
            <a:ext cx="1739900" cy="381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6972300" y="3222812"/>
            <a:ext cx="1739900" cy="381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6972300" y="3684477"/>
            <a:ext cx="1739900" cy="3810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6972300" y="4279900"/>
            <a:ext cx="241300" cy="2413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7891210" y="4276662"/>
            <a:ext cx="241300" cy="2413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9309100" y="6159500"/>
            <a:ext cx="850900" cy="368300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9412392" y="619125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mtClean="0"/>
              <a:t>확인</a:t>
            </a:r>
            <a:endParaRPr lang="ko-KR" altLang="en-US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409"/>
          <a:stretch/>
        </p:blipFill>
        <p:spPr>
          <a:xfrm>
            <a:off x="5198864" y="838942"/>
            <a:ext cx="553453" cy="41835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431446" y="838942"/>
            <a:ext cx="1170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 smtClean="0"/>
              <a:t>WaterJAR</a:t>
            </a:r>
            <a:endParaRPr lang="ko-KR" altLang="en-US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33" t="2" r="34208" b="13663"/>
          <a:stretch/>
        </p:blipFill>
        <p:spPr>
          <a:xfrm>
            <a:off x="3362663" y="1721112"/>
            <a:ext cx="1152000" cy="3132000"/>
          </a:xfrm>
          <a:prstGeom prst="rect">
            <a:avLst/>
          </a:prstGeom>
        </p:spPr>
      </p:pic>
      <p:cxnSp>
        <p:nvCxnSpPr>
          <p:cNvPr id="32" name="직선 연결선 31"/>
          <p:cNvCxnSpPr/>
          <p:nvPr/>
        </p:nvCxnSpPr>
        <p:spPr>
          <a:xfrm>
            <a:off x="3596093" y="2526264"/>
            <a:ext cx="68023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/>
          <p:cNvCxnSpPr/>
          <p:nvPr/>
        </p:nvCxnSpPr>
        <p:spPr>
          <a:xfrm>
            <a:off x="2824283" y="2526264"/>
            <a:ext cx="538380" cy="1"/>
          </a:xfrm>
          <a:prstGeom prst="straightConnector1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>
            <a:off x="3581549" y="3861654"/>
            <a:ext cx="68023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/>
          <p:cNvCxnSpPr/>
          <p:nvPr/>
        </p:nvCxnSpPr>
        <p:spPr>
          <a:xfrm>
            <a:off x="2795225" y="3861654"/>
            <a:ext cx="538380" cy="1"/>
          </a:xfrm>
          <a:prstGeom prst="straightConnector1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635787" y="6103916"/>
            <a:ext cx="2675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smtClean="0"/>
              <a:t>500ml </a:t>
            </a:r>
            <a:r>
              <a:rPr lang="ko-KR" altLang="en-US" sz="1600" dirty="0" smtClean="0"/>
              <a:t>를 더 </a:t>
            </a:r>
            <a:r>
              <a:rPr lang="ko-KR" altLang="en-US" sz="1600" dirty="0" err="1" smtClean="0"/>
              <a:t>마셔야합니다</a:t>
            </a:r>
            <a:r>
              <a:rPr lang="en-US" altLang="ko-KR" sz="1600" dirty="0" smtClean="0"/>
              <a:t>!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549" y="1732486"/>
            <a:ext cx="1370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smtClean="0"/>
              <a:t>제일 많이 </a:t>
            </a:r>
            <a:r>
              <a:rPr lang="ko-KR" altLang="en-US" sz="1200" dirty="0" err="1" smtClean="0"/>
              <a:t>마신량</a:t>
            </a:r>
            <a:endParaRPr lang="ko-KR" altLang="en-US" sz="1200" dirty="0"/>
          </a:p>
        </p:txBody>
      </p:sp>
      <p:cxnSp>
        <p:nvCxnSpPr>
          <p:cNvPr id="44" name="직선 화살표 연결선 43"/>
          <p:cNvCxnSpPr/>
          <p:nvPr/>
        </p:nvCxnSpPr>
        <p:spPr>
          <a:xfrm flipH="1">
            <a:off x="4452567" y="2037654"/>
            <a:ext cx="549803" cy="0"/>
          </a:xfrm>
          <a:prstGeom prst="straightConnector1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463777" y="4177572"/>
            <a:ext cx="1370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smtClean="0"/>
              <a:t>제일 적게 </a:t>
            </a:r>
            <a:r>
              <a:rPr lang="ko-KR" altLang="en-US" sz="1200" dirty="0" err="1" smtClean="0"/>
              <a:t>마신량</a:t>
            </a:r>
            <a:endParaRPr lang="ko-KR" altLang="en-US" sz="1200" dirty="0"/>
          </a:p>
        </p:txBody>
      </p:sp>
      <p:cxnSp>
        <p:nvCxnSpPr>
          <p:cNvPr id="47" name="직선 화살표 연결선 46"/>
          <p:cNvCxnSpPr/>
          <p:nvPr/>
        </p:nvCxnSpPr>
        <p:spPr>
          <a:xfrm flipH="1">
            <a:off x="4554795" y="4482740"/>
            <a:ext cx="549803" cy="0"/>
          </a:xfrm>
          <a:prstGeom prst="straightConnector1">
            <a:avLst/>
          </a:prstGeom>
          <a:ln w="127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/>
          <p:cNvCxnSpPr>
            <a:stCxn id="28" idx="3"/>
          </p:cNvCxnSpPr>
          <p:nvPr/>
        </p:nvCxnSpPr>
        <p:spPr>
          <a:xfrm>
            <a:off x="5752317" y="1048121"/>
            <a:ext cx="901377" cy="1860179"/>
          </a:xfrm>
          <a:prstGeom prst="straightConnector1">
            <a:avLst/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51"/>
          <p:cNvSpPr/>
          <p:nvPr/>
        </p:nvSpPr>
        <p:spPr>
          <a:xfrm>
            <a:off x="5198864" y="826242"/>
            <a:ext cx="533573" cy="545358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9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6372665" y="2321169"/>
            <a:ext cx="234391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사용자 </a:t>
            </a:r>
            <a:r>
              <a:rPr lang="ko-KR" altLang="en-US" dirty="0" err="1" smtClean="0"/>
              <a:t>정보받아오기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오늘먹은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물양</a:t>
            </a:r>
            <a:endParaRPr lang="en-US" altLang="ko-KR" dirty="0" smtClean="0"/>
          </a:p>
          <a:p>
            <a:r>
              <a:rPr lang="ko-KR" altLang="en-US" dirty="0" smtClean="0"/>
              <a:t>더 </a:t>
            </a:r>
            <a:r>
              <a:rPr lang="ko-KR" altLang="en-US" dirty="0" err="1" smtClean="0"/>
              <a:t>먹어야할양</a:t>
            </a:r>
            <a:endParaRPr lang="en-US" altLang="ko-KR" dirty="0" smtClean="0"/>
          </a:p>
          <a:p>
            <a:r>
              <a:rPr lang="ko-KR" altLang="en-US" dirty="0" smtClean="0"/>
              <a:t>권장 수분 섭취량</a:t>
            </a:r>
            <a:endParaRPr lang="en-US" altLang="ko-KR" dirty="0" smtClean="0"/>
          </a:p>
        </p:txBody>
      </p:sp>
      <p:sp>
        <p:nvSpPr>
          <p:cNvPr id="7" name="TextBox 6"/>
          <p:cNvSpPr txBox="1"/>
          <p:nvPr/>
        </p:nvSpPr>
        <p:spPr>
          <a:xfrm>
            <a:off x="6372665" y="4732020"/>
            <a:ext cx="21130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smtClean="0"/>
              <a:t>페이지</a:t>
            </a:r>
            <a:endParaRPr lang="en-US" altLang="ko-KR" dirty="0" smtClean="0"/>
          </a:p>
          <a:p>
            <a:r>
              <a:rPr lang="ko-KR" altLang="en-US" dirty="0" err="1" smtClean="0"/>
              <a:t>메인페이지</a:t>
            </a:r>
            <a:endParaRPr lang="en-US" altLang="ko-KR" dirty="0" smtClean="0"/>
          </a:p>
          <a:p>
            <a:r>
              <a:rPr lang="ko-KR" altLang="en-US" dirty="0" smtClean="0"/>
              <a:t>사용자 </a:t>
            </a:r>
            <a:r>
              <a:rPr lang="ko-KR" altLang="en-US" dirty="0" err="1" smtClean="0"/>
              <a:t>설정페이지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887926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56</Words>
  <Application>Microsoft Office PowerPoint</Application>
  <PresentationFormat>와이드스크린</PresentationFormat>
  <Paragraphs>33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김택서</dc:creator>
  <cp:lastModifiedBy>김택서</cp:lastModifiedBy>
  <cp:revision>9</cp:revision>
  <dcterms:created xsi:type="dcterms:W3CDTF">2017-12-16T10:05:08Z</dcterms:created>
  <dcterms:modified xsi:type="dcterms:W3CDTF">2017-12-16T11:55:54Z</dcterms:modified>
</cp:coreProperties>
</file>