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1B68E-B07B-40BF-A66E-A983F52F5703}" type="datetimeFigureOut">
              <a:rPr lang="ko-KR" altLang="en-US" smtClean="0"/>
              <a:t>2017-12-16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773702-4843-4E4C-88C7-86A0719DFB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56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1D775-64EE-46E6-A4FD-744DFC870D65}" type="datetimeFigureOut">
              <a:rPr lang="ko-KR" altLang="en-US" smtClean="0"/>
              <a:t>2017-12-16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E1C75-A277-45DA-84B5-4663521335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161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1D775-64EE-46E6-A4FD-744DFC870D65}" type="datetimeFigureOut">
              <a:rPr lang="ko-KR" altLang="en-US" smtClean="0"/>
              <a:t>2017-12-16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E1C75-A277-45DA-84B5-4663521335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898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1D775-64EE-46E6-A4FD-744DFC870D65}" type="datetimeFigureOut">
              <a:rPr lang="ko-KR" altLang="en-US" smtClean="0"/>
              <a:t>2017-12-16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E1C75-A277-45DA-84B5-4663521335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1525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1D775-64EE-46E6-A4FD-744DFC870D65}" type="datetimeFigureOut">
              <a:rPr lang="ko-KR" altLang="en-US" smtClean="0"/>
              <a:t>2017-12-16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E1C75-A277-45DA-84B5-4663521335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3364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1D775-64EE-46E6-A4FD-744DFC870D65}" type="datetimeFigureOut">
              <a:rPr lang="ko-KR" altLang="en-US" smtClean="0"/>
              <a:t>2017-12-16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E1C75-A277-45DA-84B5-4663521335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362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1D775-64EE-46E6-A4FD-744DFC870D65}" type="datetimeFigureOut">
              <a:rPr lang="ko-KR" altLang="en-US" smtClean="0"/>
              <a:t>2017-12-16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E1C75-A277-45DA-84B5-4663521335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699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1D775-64EE-46E6-A4FD-744DFC870D65}" type="datetimeFigureOut">
              <a:rPr lang="ko-KR" altLang="en-US" smtClean="0"/>
              <a:t>2017-12-16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E1C75-A277-45DA-84B5-4663521335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171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1D775-64EE-46E6-A4FD-744DFC870D65}" type="datetimeFigureOut">
              <a:rPr lang="ko-KR" altLang="en-US" smtClean="0"/>
              <a:t>2017-12-16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E1C75-A277-45DA-84B5-4663521335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966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1D775-64EE-46E6-A4FD-744DFC870D65}" type="datetimeFigureOut">
              <a:rPr lang="ko-KR" altLang="en-US" smtClean="0"/>
              <a:t>2017-12-16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E1C75-A277-45DA-84B5-4663521335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983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1D775-64EE-46E6-A4FD-744DFC870D65}" type="datetimeFigureOut">
              <a:rPr lang="ko-KR" altLang="en-US" smtClean="0"/>
              <a:t>2017-12-16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E1C75-A277-45DA-84B5-4663521335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5211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1D775-64EE-46E6-A4FD-744DFC870D65}" type="datetimeFigureOut">
              <a:rPr lang="ko-KR" altLang="en-US" smtClean="0"/>
              <a:t>2017-12-16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E1C75-A277-45DA-84B5-4663521335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2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A1D775-64EE-46E6-A4FD-744DFC870D65}" type="datetimeFigureOut">
              <a:rPr lang="ko-KR" altLang="en-US" smtClean="0"/>
              <a:t>2017-12-16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E1C75-A277-45DA-84B5-4663521335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7775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29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487424" y="670560"/>
            <a:ext cx="3596640" cy="542544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372665" y="2321169"/>
            <a:ext cx="234391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사용자 </a:t>
            </a:r>
            <a:r>
              <a:rPr lang="ko-KR" altLang="en-US" dirty="0" err="1" smtClean="0"/>
              <a:t>정보받아오기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err="1" smtClean="0"/>
              <a:t>오늘먹은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물양</a:t>
            </a:r>
            <a:endParaRPr lang="en-US" altLang="ko-KR" dirty="0" smtClean="0"/>
          </a:p>
          <a:p>
            <a:r>
              <a:rPr lang="ko-KR" altLang="en-US" dirty="0" smtClean="0"/>
              <a:t>더 </a:t>
            </a:r>
            <a:r>
              <a:rPr lang="ko-KR" altLang="en-US" dirty="0" err="1" smtClean="0"/>
              <a:t>먹어야할양</a:t>
            </a:r>
            <a:endParaRPr lang="en-US" altLang="ko-KR" dirty="0" smtClean="0"/>
          </a:p>
          <a:p>
            <a:r>
              <a:rPr lang="ko-KR" altLang="en-US" dirty="0" smtClean="0"/>
              <a:t>권장 수분 섭취량</a:t>
            </a:r>
            <a:endParaRPr lang="en-US" altLang="ko-KR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6372665" y="4732020"/>
            <a:ext cx="21130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페이지</a:t>
            </a:r>
            <a:endParaRPr lang="en-US" altLang="ko-KR" dirty="0" smtClean="0"/>
          </a:p>
          <a:p>
            <a:r>
              <a:rPr lang="ko-KR" altLang="en-US" dirty="0" err="1" smtClean="0"/>
              <a:t>메인페이지</a:t>
            </a:r>
            <a:endParaRPr lang="en-US" altLang="ko-KR" dirty="0" smtClean="0"/>
          </a:p>
          <a:p>
            <a:r>
              <a:rPr lang="ko-KR" altLang="en-US" dirty="0" smtClean="0"/>
              <a:t>사용자 </a:t>
            </a:r>
            <a:r>
              <a:rPr lang="ko-KR" altLang="en-US" dirty="0" err="1" smtClean="0"/>
              <a:t>설정페이지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887926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13</Words>
  <Application>Microsoft Office PowerPoint</Application>
  <PresentationFormat>와이드스크린</PresentationFormat>
  <Paragraphs>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김택서</dc:creator>
  <cp:lastModifiedBy>김택서</cp:lastModifiedBy>
  <cp:revision>3</cp:revision>
  <dcterms:created xsi:type="dcterms:W3CDTF">2017-12-16T10:05:08Z</dcterms:created>
  <dcterms:modified xsi:type="dcterms:W3CDTF">2017-12-16T10:49:52Z</dcterms:modified>
</cp:coreProperties>
</file>